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3B37A-9A4F-D24B-D9D7-E9B9EC08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D794C-8522-910B-4453-3AF217EF8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393F-87C8-F0E0-1AE1-2FA79B04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85C4-1BB2-8F07-506E-B7DF3891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B71-D587-1688-0660-B6BB596D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812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941D-DEA8-A8E7-E191-26C4FDC1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BD274-7D21-04FA-73AA-1D049FCB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35344-6BD2-4226-1B21-40D30E97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468B-25C9-2678-A685-94828796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70DA7-B3E1-9C22-C2CA-DC216810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704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626F-F82F-DBD5-A939-2B6988F2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C26BE-BD25-F0C2-E85A-84AFCAE2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CA35-39A1-180F-F5E3-3ECD6F8E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4D6F-20E7-C122-5DFF-4E78FC83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18AAE-E935-4E9D-C8A9-A09D9407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28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248E-6448-2CBC-EC86-C9BDD3D1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2B91-43A7-2009-3D79-FC40E201F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27CE8-24EE-4B7F-7CC9-A26396EBD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B8DBA-4E63-165A-C030-6EB2B826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F7BA8-6900-1E84-84DB-F18AF365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ED30E-92D8-5F33-1BD3-3C7D79DF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975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6949-2E5A-942E-769D-F2C37F95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36E58-6F6D-EFEB-1E97-424A11CD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30756-E80D-DB79-D519-43BBAE6EF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407EA-ADE5-19E7-1623-C21E3E94C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AAA5E-77BC-6BAE-42FB-21EDAC97E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08A50-89B0-40EC-ACB9-D40B088D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7BC89-9CBA-F2CD-1696-3D396647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D871-4523-84CF-D57F-12072ADF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788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C57E-F799-CB36-8FFC-979752FE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1C09A-CA79-9B41-7C51-40FCD786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7E367-235F-F23E-5AC3-5E88FF16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110FC-E1B9-039B-41DA-1A437D79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374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3956D-F985-7D1B-AA0E-25E4F100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72F15-6313-F893-F8EC-61D08A0C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63BB-0F81-2760-0CD2-E617B9AD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387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7467-7B17-B0CD-C102-F25A98B1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566D-5751-6E65-45FD-A9717270E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EA7B2-02B2-01D0-FB8F-8F80D4D7C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32DC0-ACDA-714F-7FCD-A8D80470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F3592-6FA3-EE7A-3D1D-0E752D9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6D5A7-C2F8-4B7C-7A8B-8793717A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70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2B4C-9FCB-8283-D1FD-AB4876CB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D75D5-1270-7E93-E249-5E7D41C0F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8A13E-1ED7-FAA6-D917-C83E15146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4007C-F971-870D-6EF5-8761C0AB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6E7BE-3EB6-534D-D1CD-19F4713A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BBFD5-C9A2-6CB2-A305-492D5DF7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41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F028-5396-225B-271F-33D20721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89C5B-8F8A-56ED-A177-F0D9792FE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28F70-836D-001D-66C3-2C22C461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7301B-9D42-35AB-BA90-8986E056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1455-569F-C2F7-2DF7-4619BC6B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744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E340C-A89F-3259-D16E-C0585FE5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BD2FC-C5E8-7147-2CC7-D94B697C2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0E3E-DC97-F782-7172-4158A55D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D69CE-EE6E-63D7-2D00-EE036AA9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74EDC-C777-A4CB-028D-A368D50D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627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AE169-C754-4D83-BBBF-E2195CD6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E8925-54F3-42F3-897A-7A7DBA3BC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B3906-A2B7-8613-EF1F-48100087A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BDCE5-A9FC-44EB-A8EB-5798D8FAC797}" type="datetimeFigureOut">
              <a:rPr lang="nl-NL" smtClean="0"/>
              <a:t>21-8-2026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141B6-DE32-CAE5-11B8-145D61A62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5FB8-4F8F-A96D-C57A-05A992F5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A71FC-C10B-4108-B9E2-AA071539F68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402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BeeldOKE_Hoofdfoto"/>
          <p:cNvPicPr>
            <a:picLocks noChangeAspect="1"/>
          </p:cNvPicPr>
          <p:nvPr isPhoto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9775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eldOKE_Seriefoto" descr="C14010_2XPF-712_RU-518_IQ-601_FS-541_SD-510">
            <a:extLst>
              <a:ext uri="{FF2B5EF4-FFF2-40B4-BE49-F238E27FC236}">
                <a16:creationId xmlns:a16="http://schemas.microsoft.com/office/drawing/2014/main" id="{74EFF839-5F82-D929-FBA5-64F5FC36C9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BeeldOKE_Muziekstart">
            <a:hlinkClick r:id="" action="ppaction://media"/>
            <a:extLst>
              <a:ext uri="{FF2B5EF4-FFF2-40B4-BE49-F238E27FC236}">
                <a16:creationId xmlns:a16="http://schemas.microsoft.com/office/drawing/2014/main" id="{502ABA3A-DFAF-43DF-A802-9B0650FDC2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257198" y="122790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eldOKE_Seriefoto" descr="C14010_pf-712_im-105_im-104_ru-508_iq-601_fs-541_sd-510">
            <a:extLst>
              <a:ext uri="{FF2B5EF4-FFF2-40B4-BE49-F238E27FC236}">
                <a16:creationId xmlns:a16="http://schemas.microsoft.com/office/drawing/2014/main" id="{6267321A-2D9A-FF8E-DAC6-EF3215FE67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6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6615-3191-D5ED-5071-FB973194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BeeldOKE_Hoofdfoto"/>
          <p:cNvPicPr>
            <a:picLocks noChangeAspect="1"/>
          </p:cNvPicPr>
          <p:nvPr isPhoto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1054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59C4-BB5B-3BDE-B1B9-1389D552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eldOKE_Seriefoto" descr="C14010_2XPF-712_RU-518_IQ-601_FS-541_SD-510">
            <a:extLst>
              <a:ext uri="{FF2B5EF4-FFF2-40B4-BE49-F238E27FC236}">
                <a16:creationId xmlns:a16="http://schemas.microsoft.com/office/drawing/2014/main" id="{9C0DA655-3158-E1BF-35B4-F133FD54C13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BeeldOKE_Muziekstart">
            <a:hlinkClick r:id="" action="ppaction://media"/>
            <a:extLst>
              <a:ext uri="{FF2B5EF4-FFF2-40B4-BE49-F238E27FC236}">
                <a16:creationId xmlns:a16="http://schemas.microsoft.com/office/drawing/2014/main" id="{AF4947D7-9E39-9580-2A18-5D82E6EFD9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237533" y="111045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45E8-1AAE-9846-3E7E-C888CCFF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eldOKE_Seriefoto" descr="C14010_pf-712_im-105_im-104_ru-508_iq-601_fs-541_sd-510">
            <a:extLst>
              <a:ext uri="{FF2B5EF4-FFF2-40B4-BE49-F238E27FC236}">
                <a16:creationId xmlns:a16="http://schemas.microsoft.com/office/drawing/2014/main" id="{D6334B11-43FE-434C-9EB7-99B76C10EA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1191-EDEC-0AF2-D65B-BF7045F2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BeeldOKE_Hoofdfoto"/>
          <p:cNvPicPr>
            <a:picLocks noChangeAspect="1"/>
          </p:cNvPicPr>
          <p:nvPr isPhoto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807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Konica Minolta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Smeets, Bas</dc:creator>
  <cp:lastModifiedBy>Smeets, Bas</cp:lastModifiedBy>
  <cp:revision>4</cp:revision>
  <dcterms:created xsi:type="dcterms:W3CDTF">2026-08-06T12:15:54Z</dcterms:created>
  <dcterms:modified xsi:type="dcterms:W3CDTF">2026-08-21T12:47:35Z</dcterms:modified>
</cp:coreProperties>
</file>